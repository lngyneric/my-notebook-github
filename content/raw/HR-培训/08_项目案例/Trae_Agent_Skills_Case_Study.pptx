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60" y="2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6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0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8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7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3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8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4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7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7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3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3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70C0"/>
                </a:solidFill>
              </a:defRPr>
            </a:pPr>
            <a:r>
              <a:t>Trae IDE Agent Skills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Onboarding &amp; Management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Objective</a:t>
            </a:r>
          </a:p>
          <a:p>
            <a:pPr lvl="1"/>
            <a:r>
              <a:t>Streamline new employee onboarding, organizational management, and team enablement using AI Agents.</a:t>
            </a:r>
          </a:p>
          <a:p>
            <a:pPr>
              <a:defRPr b="1"/>
            </a:pPr>
            <a:r>
              <a:t>Key Technologies</a:t>
            </a:r>
          </a:p>
          <a:p>
            <a:pPr lvl="1"/>
            <a:r>
              <a:t>Trae IDE, Claude Agent Skills, Python (Pandas), HTML/JS/Tailwind.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1: Intelligent Excel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b="1"/>
            </a:pPr>
            <a:r>
              <a:t>Skill Used: xlsx / RunCommand</a:t>
            </a:r>
          </a:p>
          <a:p>
            <a:r>
              <a:t>Challenge: Managing complex organizational charts and training data.</a:t>
            </a:r>
          </a:p>
          <a:p>
            <a:r>
              <a:t>Actions Taken:</a:t>
            </a:r>
          </a:p>
          <a:p>
            <a:pPr lvl="1"/>
            <a:r>
              <a:t>Analyzed "中欧总表.xlsx" to extract trainee progress (Zou Fengjing: 4%).</a:t>
            </a:r>
          </a:p>
          <a:p>
            <a:pPr lvl="1"/>
            <a:r>
              <a:t>Batch replaced sensitive personnel names with "Pending" (待定) using Regex.</a:t>
            </a:r>
          </a:p>
          <a:p>
            <a:pPr lvl="1"/>
            <a:r>
              <a:t>Converted tabular data into Mermaid structure diagrams.</a:t>
            </a:r>
          </a:p>
          <a:p>
            <a:pPr lvl="1"/>
            <a:r>
              <a:t>Outcome: Automated data hygiene and visualization preparation.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2: Workflow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b="1"/>
            </a:pPr>
            <a:r>
              <a:t>Skill Used: outlook-sender</a:t>
            </a:r>
          </a:p>
          <a:p>
            <a:r>
              <a:t>Challenge: Manual email notifications for reports.</a:t>
            </a:r>
          </a:p>
          <a:p>
            <a:r>
              <a:t>Actions Taken:</a:t>
            </a:r>
          </a:p>
          <a:p>
            <a:pPr lvl="1"/>
            <a:r>
              <a:t>Created a custom skill to interface with local Outlook via PowerShell.</a:t>
            </a:r>
          </a:p>
          <a:p>
            <a:pPr lvl="1"/>
            <a:r>
              <a:t>Designed scripts for sending emails with attachments and saving drafts.</a:t>
            </a:r>
          </a:p>
          <a:p>
            <a:pPr lvl="1"/>
            <a:r>
              <a:t>Outcome: Standardized communication capability (demonstrated proof-of-concept).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3: Frontend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b="1"/>
            </a:pPr>
            <a:r>
              <a:t>Skill Used: frontend-design</a:t>
            </a:r>
          </a:p>
          <a:p>
            <a:r>
              <a:t>Challenge: Text-based status reports are hard to digest.</a:t>
            </a:r>
          </a:p>
          <a:p>
            <a:r>
              <a:t>Actions Taken:</a:t>
            </a:r>
          </a:p>
          <a:p>
            <a:pPr lvl="1"/>
            <a:r>
              <a:t>Transformed Markdown status reports into an interactive HTML dashboard.</a:t>
            </a:r>
          </a:p>
          <a:p>
            <a:pPr lvl="1"/>
            <a:r>
              <a:t>Implemented real-time progress charts using Chart.js.</a:t>
            </a:r>
          </a:p>
          <a:p>
            <a:pPr lvl="1"/>
            <a:r>
              <a:t>Added interactive features: Role Detection &amp; Weight Adjustment.</a:t>
            </a:r>
          </a:p>
          <a:p>
            <a:pPr lvl="1"/>
            <a:r>
              <a:t>Outcome: Professional, responsive onboarding status 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Skill 4: Knowledge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b="1"/>
            </a:pPr>
            <a:r>
              <a:t>Skill Used: enjoy-bot-community-guide</a:t>
            </a:r>
          </a:p>
          <a:p>
            <a:r>
              <a:t>Challenge: Team lacks best practices for using AI community resources.</a:t>
            </a:r>
          </a:p>
          <a:p>
            <a:r>
              <a:t>Actions Taken:</a:t>
            </a:r>
          </a:p>
          <a:p>
            <a:pPr lvl="1"/>
            <a:r>
              <a:t>Encapsulated community guidelines into a retrievable Skill.</a:t>
            </a:r>
          </a:p>
          <a:p>
            <a:pPr lvl="1"/>
            <a:r>
              <a:t>Defined "A-B-C" usage strategy (Scenarios, Structure, Action).</a:t>
            </a:r>
          </a:p>
          <a:p>
            <a:pPr lvl="1"/>
            <a:r>
              <a:t>Standardized "High-Quality Question Template".</a:t>
            </a:r>
          </a:p>
          <a:p>
            <a:pPr lvl="1"/>
            <a:r>
              <a:t>Outcome: Scalable knowledge transfer mechanism.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b="1"/>
            </a:pPr>
            <a:r>
              <a:t>Impact of Agent Skills:</a:t>
            </a:r>
          </a:p>
          <a:p>
            <a:pPr lvl="1"/>
            <a:r>
              <a:t>Structured: Converting ad-hoc tasks into reusable modules.</a:t>
            </a:r>
          </a:p>
          <a:p>
            <a:pPr lvl="1"/>
            <a:r>
              <a:t>Automated: Reducing manual effort in data processing and reporting.</a:t>
            </a:r>
          </a:p>
          <a:p>
            <a:pPr lvl="1"/>
            <a:r>
              <a:t>Interactive: Moving from static text to dynamic visual tools.</a:t>
            </a:r>
          </a:p>
          <a:p>
            <a:r>
              <a:t>This project demonstrates how Trae IDE Agents can act as full-stack engineers to handle end-to-end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346</Words>
  <Application>Microsoft Office PowerPoint</Application>
  <PresentationFormat>全屏显示(4:3)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Trae IDE Agent Skills Case Study</vt:lpstr>
      <vt:lpstr>Project Overview</vt:lpstr>
      <vt:lpstr>Skill 1: Intelligent Excel Processing</vt:lpstr>
      <vt:lpstr>Skill 2: Workflow Automation</vt:lpstr>
      <vt:lpstr>Skill 3: Frontend Data Visualization</vt:lpstr>
      <vt:lpstr>Skill 4: Knowledge Enablement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ling.yun</cp:lastModifiedBy>
  <cp:revision>3</cp:revision>
  <dcterms:created xsi:type="dcterms:W3CDTF">2013-01-27T09:14:00Z</dcterms:created>
  <dcterms:modified xsi:type="dcterms:W3CDTF">2026-01-20T05:23:57Z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F2AE8016BBBA470787185092889E5F99_12</vt:lpwstr>
  </property>
</Properties>
</file>