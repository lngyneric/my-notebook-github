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070C0"/>
                </a:solidFill>
              </a:defRPr>
            </a:pPr>
            <a:r>
              <a:t>Trae IDE Agent Skills 案例研究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自动化入职与管理工作流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70C0"/>
                </a:solidFill>
              </a:defRPr>
            </a:pPr>
            <a:r>
              <a:t>项目概览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目标</a:t>
            </a:r>
          </a:p>
          <a:p>
            <a:pPr lvl="1"/>
            <a:r>
              <a:t>利用 AI Agent 实现新员工入职、组织管理和团队赋能的自动化。</a:t>
            </a:r>
          </a:p>
          <a:p>
            <a:pPr>
              <a:defRPr b="1"/>
            </a:pPr>
            <a:r>
              <a:t>关键技术</a:t>
            </a:r>
          </a:p>
          <a:p>
            <a:pPr lvl="1"/>
            <a:r>
              <a:t>Trae IDE, Claude Agent Skills, Python (Pandas), HTML/JS/Tailwind。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70C0"/>
                </a:solidFill>
              </a:defRPr>
            </a:pPr>
            <a:r>
              <a:t>Skill 1: 智能 Excel 处理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使用的 Skill: xlsx / RunCommand</a:t>
            </a:r>
          </a:p>
          <a:p>
            <a:pPr/>
            <a:r>
              <a:t>挑战：管理复杂的组织架构图和培训数据。</a:t>
            </a:r>
          </a:p>
          <a:p>
            <a:pPr/>
            <a:r>
              <a:t>采取的行动：</a:t>
            </a:r>
          </a:p>
          <a:p>
            <a:pPr lvl="1"/>
            <a:r>
              <a:t>分析 "中欧总表.xlsx" 提取培训进度 (邹锋静: 4%)。</a:t>
            </a:r>
          </a:p>
          <a:p>
            <a:pPr lvl="1"/>
            <a:r>
              <a:t>使用正则批量将敏感人员姓名替换为 "待定"。</a:t>
            </a:r>
          </a:p>
          <a:p>
            <a:pPr lvl="1"/>
            <a:r>
              <a:t>将表格数据转换为 Mermaid 结构图。</a:t>
            </a:r>
          </a:p>
          <a:p>
            <a:pPr lvl="1"/>
            <a:r>
              <a:t>成果：自动化的数据清洗与可视化准备。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70C0"/>
                </a:solidFill>
              </a:defRPr>
            </a:pPr>
            <a:r>
              <a:t>Skill 2: 工作流自动化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使用的 Skill: outlook-sender</a:t>
            </a:r>
          </a:p>
          <a:p>
            <a:pPr/>
            <a:r>
              <a:t>挑战：报告需要手动发送邮件通知。</a:t>
            </a:r>
          </a:p>
          <a:p>
            <a:pPr/>
            <a:r>
              <a:t>采取的行动：</a:t>
            </a:r>
          </a:p>
          <a:p>
            <a:pPr lvl="1"/>
            <a:r>
              <a:t>创建自定义 Skill 通过 PowerShell 调用本地 Outlook。</a:t>
            </a:r>
          </a:p>
          <a:p>
            <a:pPr lvl="1"/>
            <a:r>
              <a:t>设计脚本发送带附件的邮件及保存草稿。</a:t>
            </a:r>
          </a:p>
          <a:p>
            <a:pPr lvl="1"/>
            <a:r>
              <a:t>成果：标准化的通信能力 (概念验证)。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70C0"/>
                </a:solidFill>
              </a:defRPr>
            </a:pPr>
            <a:r>
              <a:t>Skill 3: 前端数据可视化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使用的 Skill: frontend-design</a:t>
            </a:r>
          </a:p>
          <a:p>
            <a:pPr/>
            <a:r>
              <a:t>挑战：纯文本的状态报告难以阅读。</a:t>
            </a:r>
          </a:p>
          <a:p>
            <a:pPr/>
            <a:r>
              <a:t>采取的行动：</a:t>
            </a:r>
          </a:p>
          <a:p>
            <a:pPr lvl="1"/>
            <a:r>
              <a:t>将 Markdown 状态报告转化为交互式 HTML 仪表盘。</a:t>
            </a:r>
          </a:p>
          <a:p>
            <a:pPr lvl="1"/>
            <a:r>
              <a:t>使用 Chart.js 实现实时进度图表。</a:t>
            </a:r>
          </a:p>
          <a:p>
            <a:pPr lvl="1"/>
            <a:r>
              <a:t>添加交互功能：职级检测与权重调整。</a:t>
            </a:r>
          </a:p>
          <a:p>
            <a:pPr lvl="1"/>
            <a:r>
              <a:t>成果：专业、响应式的入职状态看板。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70C0"/>
                </a:solidFill>
              </a:defRPr>
            </a:pPr>
            <a:r>
              <a:t>Skill 4: 知识赋能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使用的 Skill: enjoy-bot-community-guide</a:t>
            </a:r>
          </a:p>
          <a:p>
            <a:pPr/>
            <a:r>
              <a:t>挑战：团队缺乏使用 AI 社区资源的最佳实践。</a:t>
            </a:r>
          </a:p>
          <a:p>
            <a:pPr/>
            <a:r>
              <a:t>采取的行动：</a:t>
            </a:r>
          </a:p>
          <a:p>
            <a:pPr lvl="1"/>
            <a:r>
              <a:t>将社区指南封装为可检索的 Skill。</a:t>
            </a:r>
          </a:p>
          <a:p>
            <a:pPr lvl="1"/>
            <a:r>
              <a:t>定义 "A-B-C" 使用策略 (场景、结构、行动)。</a:t>
            </a:r>
          </a:p>
          <a:p>
            <a:pPr lvl="1"/>
            <a:r>
              <a:t>标准化 "高质量提问模板"。</a:t>
            </a:r>
          </a:p>
          <a:p>
            <a:pPr lvl="1"/>
            <a:r>
              <a:t>成果：可扩展的知识传递机制。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70C0"/>
                </a:solidFill>
              </a:defRPr>
            </a:pPr>
            <a:r>
              <a:t>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Agent Skills 的价值：</a:t>
            </a:r>
          </a:p>
          <a:p>
            <a:pPr lvl="1"/>
            <a:r>
              <a:t>结构化：将临时任务转化为可复用的模块。</a:t>
            </a:r>
          </a:p>
          <a:p>
            <a:pPr lvl="1"/>
            <a:r>
              <a:t>自动化：减少数据处理和报告中的手动工作。</a:t>
            </a:r>
          </a:p>
          <a:p>
            <a:pPr lvl="1"/>
            <a:r>
              <a:t>交互式：从静态文本转向动态可视化工具。</a:t>
            </a:r>
          </a:p>
          <a:p>
            <a:pPr/>
            <a:r>
              <a:t>本项目展示了 Trae IDE Agents 如何作为全栈工程师处理端到端的工作流。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